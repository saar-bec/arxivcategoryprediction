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A2911-E709-E7D7-4F1E-43BDD36822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1FD7A4-616F-2E91-69BF-A3AEC8B3A9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80690-966E-01F1-7F50-E9048345A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97E7C-794A-449B-83FE-A3F282077A74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BBBB4-2514-1D52-C34F-79AD9C45C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0A37DB-011D-1220-C7CB-74CF68E77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EC8A3-81E5-4666-B4CF-98962DB09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914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36697-394B-A532-D270-9AFE7215C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98F1A-C4F7-4CDE-A2EA-12FE4C3E13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875EE6-9BA6-C549-2D5C-431E479BB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97E7C-794A-449B-83FE-A3F282077A74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381714-F417-0F04-D608-8E100C409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E7BB09-06E5-67BE-343D-C35494F08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EC8A3-81E5-4666-B4CF-98962DB09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215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86578-8E0A-7D28-5C0D-6E816C62F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D072F-84F5-5A40-3B98-F8576A67A7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4FAB06-E469-8FAF-BCE4-40DEAA99C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97E7C-794A-449B-83FE-A3F282077A74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7477C-51C7-2762-D76A-D8A8C2BDE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FAF0E-F176-782B-14F8-22ABA6D02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EC8A3-81E5-4666-B4CF-98962DB09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717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8C567-B033-A84E-265D-E2D99D41C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30978-40A9-5934-466B-2DE4DCD391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7CD704-BC4D-E82A-2967-7EC446F825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8D32E3-E105-1DEA-4AC4-55C7A31A7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97E7C-794A-449B-83FE-A3F282077A74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140702-313C-AFD3-BA1B-70B4144F8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E9BB1F-2C4A-B2B6-6BFD-6259DCCDE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EC8A3-81E5-4666-B4CF-98962DB09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1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BEEFB-6DBB-E765-BB0D-B47E6F8A5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302643-65D6-6662-44EB-A978D600FD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EFC7A6-353B-FA06-771D-96A46CFCFA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026B6D-14FE-9DA5-F2E6-95A52E7B2D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7F53F2-4816-1716-4CDA-2CC63B90A2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8A7617-804E-227A-1791-0DCB1EC32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97E7C-794A-449B-83FE-A3F282077A74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918284-800B-2E8F-5898-3105C756D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B6B5EB-7774-EB7D-DBC5-24BB90A64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EC8A3-81E5-4666-B4CF-98962DB09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933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5FD7D-6B05-5BE1-E480-49445861D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68744C-FD8F-1CE5-62E0-6D98CD9CD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97E7C-794A-449B-83FE-A3F282077A74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FBAE5B-117F-063E-5DDE-A82D6F39B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DEE8D1-2A0C-8F7E-7B52-74B674033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EC8A3-81E5-4666-B4CF-98962DB09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156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922F7C-7D9A-B26E-24C4-6FD7B3CEA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97E7C-794A-449B-83FE-A3F282077A74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BF3DDB-B53C-5BB2-44A3-5852E504A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905AC-7D7D-6E08-B5AD-A5F23ACE4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EC8A3-81E5-4666-B4CF-98962DB09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055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DC555-B8F4-C1A2-1B5C-4595BF5D1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5D393C-754F-56AA-B61F-C3AED13215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E24D85-9F12-4457-D4F8-E92EB702A9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4F0F24-5DE9-01DF-6FC8-BD2219FD8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97E7C-794A-449B-83FE-A3F282077A74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9A7E4E-0236-C2BD-7EA8-F1BE79CBF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F5654F-5EFE-1F1B-0372-615BF5EE5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EC8A3-81E5-4666-B4CF-98962DB09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78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0F352-C20E-A011-A984-182DECA3C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17A730-C750-4029-1E1F-68D6522F0E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B11094-7B15-A80A-811D-49EBAB3DB2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326B17-9DAB-9B75-0846-73BF5CC87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97E7C-794A-449B-83FE-A3F282077A74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C297B4-751A-FD21-448C-18AB51671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AF28CE-0928-58DB-7D77-69E6B9281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EC8A3-81E5-4666-B4CF-98962DB09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871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32C19-8876-E40D-C4EE-3D3AC995E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A8A39A-D71A-3891-6BA6-28B7DAA907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64D6A-063C-F9A3-9389-A0982F3E6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97E7C-794A-449B-83FE-A3F282077A74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78F800-B7C5-24DA-BE8D-B4CF94E06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F0826-A744-7B26-40DC-2A8FB9B91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EC8A3-81E5-4666-B4CF-98962DB09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207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8BC1BD-7B79-5CDD-1692-D974135586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81B861-4AE8-61D5-B252-C2C59CE8E4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975A4E-2A86-F587-6218-CDD63BDE1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97E7C-794A-449B-83FE-A3F282077A74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7E154-47BA-D14E-43A1-9C3A211A9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E7BCEF-9263-30D3-8D71-649379450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EC8A3-81E5-4666-B4CF-98962DB09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847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706E2B-CABF-5BF0-615B-83F45D67D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63D7C-4EA9-6C92-4395-8702371500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576721-3005-D161-2099-D50D773F7B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897E7C-794A-449B-83FE-A3F282077A74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D7A363-FD8A-33CD-5D7E-54B7DF7C16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0C383F-AACF-0638-EFF0-06CA260401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5EC8A3-81E5-4666-B4CF-98962DB09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752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F271B-FB21-949D-C626-E78363E62F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Category Prediction by Supervised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15FC24-2380-4B7E-0BD7-F23C1FC9C5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Tom </a:t>
            </a:r>
            <a:r>
              <a:rPr lang="en-US" dirty="0" err="1"/>
              <a:t>menczel</a:t>
            </a:r>
            <a:br>
              <a:rPr lang="en-US" dirty="0"/>
            </a:br>
            <a:r>
              <a:rPr lang="en-US" dirty="0"/>
              <a:t>Saar Bechori</a:t>
            </a:r>
          </a:p>
        </p:txBody>
      </p:sp>
    </p:spTree>
    <p:extLst>
      <p:ext uri="{BB962C8B-B14F-4D97-AF65-F5344CB8AC3E}">
        <p14:creationId xmlns:p14="http://schemas.microsoft.com/office/powerpoint/2010/main" val="3620068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75C7D-626F-5DE0-70F3-C45E2EF4B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ABA44C-FC18-8C1C-A2AD-4CDBF9524E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Definitions</a:t>
            </a:r>
          </a:p>
          <a:p>
            <a:r>
              <a:rPr lang="en-US" dirty="0"/>
              <a:t>Process</a:t>
            </a:r>
          </a:p>
          <a:p>
            <a:r>
              <a:rPr lang="en-US" dirty="0"/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1251541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05F9E-FF84-7F97-49C5-365232BEF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05891-C981-B2B4-944A-7494BFB66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Category Prediction by Supervised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129DB-6314-E493-BEB6-878483139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Build a supervised model that predict the paper category at the top-most level (e.g. computer science) from the paper meta-data (abstract, title, authors). </a:t>
            </a:r>
            <a:br>
              <a:rPr lang="en-US" dirty="0"/>
            </a:br>
            <a:r>
              <a:rPr lang="en-US" dirty="0"/>
              <a:t>Compare classification accuracy using different explanatory variables.</a:t>
            </a:r>
          </a:p>
        </p:txBody>
      </p:sp>
    </p:spTree>
    <p:extLst>
      <p:ext uri="{BB962C8B-B14F-4D97-AF65-F5344CB8AC3E}">
        <p14:creationId xmlns:p14="http://schemas.microsoft.com/office/powerpoint/2010/main" val="2580365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20AF1-77DA-88A9-6004-619C780BE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0902DF1-E2CB-0C63-CC70-2147B0BC60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2073651"/>
              </p:ext>
            </p:extLst>
          </p:nvPr>
        </p:nvGraphicFramePr>
        <p:xfrm>
          <a:off x="838200" y="1825625"/>
          <a:ext cx="10515600" cy="370840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71439294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059153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352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ysClr val="windowText" lastClr="000000"/>
                          </a:solidFill>
                          <a:effectLst/>
                        </a:rPr>
                        <a:t>Computer Science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94794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ysClr val="windowText" lastClr="000000"/>
                          </a:solidFill>
                          <a:effectLst/>
                        </a:rPr>
                        <a:t>Economics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62795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ysClr val="windowText" lastClr="000000"/>
                          </a:solidFill>
                          <a:effectLst/>
                        </a:rPr>
                        <a:t>Electrical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63602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ysClr val="windowText" lastClr="000000"/>
                          </a:solidFill>
                          <a:effectLst/>
                        </a:rPr>
                        <a:t>Engineering and Systems Science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2934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ysClr val="windowText" lastClr="000000"/>
                          </a:solidFill>
                          <a:effectLst/>
                        </a:rPr>
                        <a:t>Mathematics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8346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ysClr val="windowText" lastClr="000000"/>
                          </a:solidFill>
                          <a:effectLst/>
                        </a:rPr>
                        <a:t>Physics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4710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ysClr val="windowText" lastClr="000000"/>
                          </a:solidFill>
                          <a:effectLst/>
                        </a:rPr>
                        <a:t>Quantitative Biology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533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ysClr val="windowText" lastClr="000000"/>
                          </a:solidFill>
                          <a:effectLst/>
                        </a:rPr>
                        <a:t>Quantitative Finance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042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ysClr val="windowText" lastClr="000000"/>
                          </a:solidFill>
                          <a:effectLst/>
                        </a:rPr>
                        <a:t>Statistics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27911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793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89D57-E95E-6986-1F28-2C4D6AA09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757FB-C37A-FD90-648B-A81EDF2E0B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Process metadata- </a:t>
            </a:r>
          </a:p>
          <a:p>
            <a:pPr lvl="1"/>
            <a:r>
              <a:rPr lang="en-US" dirty="0"/>
              <a:t>Find main category</a:t>
            </a:r>
          </a:p>
          <a:p>
            <a:pPr lvl="1"/>
            <a:r>
              <a:rPr lang="en-US" dirty="0"/>
              <a:t>Filter redundant strings from text (e.g. ‘\n’, ‘b’..)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Encode abstract and title using ________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Fit model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Evaluate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5099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5FFFF-0BF5-472F-E1C9-FC460AB08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DD415-14DA-4148-E40B-B4EDE06DE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Encoding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CB6B10-28A4-4876-99EA-9FEA271ED3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9055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2CDD3-ED11-E90B-F702-A94A2711B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F277F-D870-95FD-D26B-679D85180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SGD Classifier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DCB7D-25DB-E4F9-8437-BEF7665D10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ffectLst/>
                <a:latin typeface="Segoe UI" panose="020B0502040204020203" pitchFamily="34" charset="0"/>
              </a:rPr>
              <a:t>Stochastic Gradient Descent classifier is a linear classifier that is trained using stochastic gradient descent, making it efficient for large-scale and sparse machine learning problems.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3286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B84DF-8075-AA2F-2ED3-A8CA291A1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09071-38C7-30E6-A120-A195DF85A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AC3FF-A04F-1F4F-B010-97427E5060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9141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144</Words>
  <Application>Microsoft Office PowerPoint</Application>
  <PresentationFormat>Widescreen</PresentationFormat>
  <Paragraphs>31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Segoe UI</vt:lpstr>
      <vt:lpstr>Office Theme</vt:lpstr>
      <vt:lpstr>Category Prediction by Supervised learning</vt:lpstr>
      <vt:lpstr>Agenda</vt:lpstr>
      <vt:lpstr>Category Prediction by Supervised learning</vt:lpstr>
      <vt:lpstr>Dataset</vt:lpstr>
      <vt:lpstr>Pipeline </vt:lpstr>
      <vt:lpstr>Encoding </vt:lpstr>
      <vt:lpstr>SGD Classifier </vt:lpstr>
      <vt:lpstr>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Saar Bechori</dc:creator>
  <cp:lastModifiedBy>Saar Bechori</cp:lastModifiedBy>
  <cp:revision>1</cp:revision>
  <dcterms:created xsi:type="dcterms:W3CDTF">2025-06-12T06:06:59Z</dcterms:created>
  <dcterms:modified xsi:type="dcterms:W3CDTF">2025-06-12T06:51:15Z</dcterms:modified>
</cp:coreProperties>
</file>